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Today the car makes its own decisions. Make sure there's floor space to drive. Run the lesson command with sudo.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frame the jump: from remote control to autonomy. Quick recall of which sensor does what — motors (L2), light + battery sensors (L3), servo head + ultrasonic (L1).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— decide as a class which mode to demo first; sonic is usually more reliable indoors. DEMO_MODE picks the brain that runs. Light = drive toward brightest light; Sonic = look around and dodge.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Sense -&gt; Think -&gt; Act — this is the key idea of the whole lesson. Everything below is just filling in these three steps. The loop repeats them many times a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(chunk 1/11) — callback to L1-L3: they've met every one of these modules already. Note the lowercase 'from servo import Servo' — file is servo.py.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Settings: speed &amp; mode (chunk 2/11) — keep speeds modest indoors. DEMO_MODE chooses the brain. They'll tune DRIVE_SPEED / TURN_SPEED in 'try it yourself'.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M-Light settings (chunk 3/11) — the 'lower voltage = brighter' rule trips everyone up. Say it twice. Two light sensors on ADC channels 0 and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M-Sonic settings (chunk 4/11) — connect head angles back to L1's servo sweep, same setServoPwm('0', angle) idea. BLOCKED cm is what counts as an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setup() (chunk 5/11) — point out the if/else: clean code only builds what it needs. Both modes drive, so the motor is always made; the rest stay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light_step() (chunk 6/11) — walk through each branch as Sense/Think/Act. The turn tuples are the same trick as Lesson 2. Remember: smaller voltage = brighter.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look() (chunk 7/11) — helper functions keep the next step short and readable; good habit to highlight. Reused three times in sonic mode (ahead, left, right).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sonic_step() (chunk 8/11) — the early 'return' = 'clear road, nothing else to do.' Highlight that pattern. If blocked: stop, look left &amp; right, turn toward more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loop() (chunk 9/11) — this is the Sense -&gt; Think -&gt; Act loop made real. Connect back to the concept slide. The tiny sleep keeps the loop from being frantic.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destroy() (chunk 10/11) — same safety habit as every lesson: leave the car stopped. The 'is not None' guards matter because unused parts were never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block (chunk 11/11) — fourth time seeing this try / except KeyboardInterrupt / finally: destroy() wrapper. Students should predict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file — scroll the assembled file; point out how loop() picks which 'brain' runs. One file, two self-driving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clear a driving area first. Set DEMO_MODE to 'sonic' or 'light'. Give it floor space; for light mode use a phone flashlight. Run with sudo. Watch fingers and table edges. Ctrl+C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the LED/beep challenge connects back to Lessons 1 &amp; 2; great for fast finishers. Lower speeds if it's too wild; tweak BLOCKED and SIDE_DIFFERENCE.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most 'weird driving' today is low battery or too-high speed. Check those first. Light mode wrong way = remember lower voltage = brighter; check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celebrate the Sense -&gt; Think -&gt; Act loop and two autonomous modes. Tease Lesson 5: line following, a third kind of 'sense and steer' using the infrared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recap, log absent students in the Discord #attendance channel. Before next class charge the cars and clear floor space for Lesson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