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~1 min. Two big ideas today: reading analog sensors, and doing two things at once. Site: https://aicodeacademy.com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— quick verbal check before moving on: 'what does the # do in a command string?' Reuse the setup -&gt; work -&gt; destroy framing from Lessons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Goals — emphasise 'at the same time'. That's the new concept, not just reading sensors. Show the finished demo once if you can so they know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an ADC — analogy: a dimmer switch (smooth) vs a light switch (on/off). The ADC reads the dimmer's position as a number. adc.recvADC(channel) returns volts.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sensors — have students physically find the two little light sensors (photoresistors) on their board. 'Read a sensor' = 'read its channel number'. Asset to source: close-up photo of the two photoresistors.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Battery math — the ADC sees one third of the pack voltage, so multiply by 3. Tie to real life: phones do the same voltage -&gt; percent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multithreading — analogy: cooking dinner (main thread) while a timer watches the oven (background thread). Both happen at once. Asset to source: a simple two-threads-side-by-side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Threads, daemons &amp; the stop flag — keep it light. 'daemon = quits with the program' and 'Event = a stop switch' is enough. Don't go deep on OS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(chunk 1) — point out that Thread and Event are standard Python, not car-specific. car_setup must be imported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ADC channels (chunk 2) — naming the channels instead of bare 0/1/2 is a good-code habit worth praising.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Battery thresholds (chunk 3) — these are the numbers students will tweak on the 'try it yourself'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boxes + the stop flag (chunk 4) — the flag exists BEFORE the thread that reads it. Order matters. Event() starts 'not set'; we call set()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setup() starts the thread (chunk 5) — three steps for a thread: make it (Thread(...)), set daemon, start it. We write monitor_battery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&amp; scaling the battery (chunk 6) — optional: ask what int(7.6 V) maps to (~42%) to check understanding. Remember the x3.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beep() helper (chunk 7) — reuses the buzzer '1'/'0' string idea from Lesson 2 — quick callback. '_' is a throwaway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monitor_battery() (chunk 8) — 'while not stop_event.is_set()' is how the thread knows when to quit. Link it forward to destroy(). Beeps more the lower it 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loop() the main thread (chunk 9) — now there are TWO while loops alive at once (this one + monitor_battery). That's multithreading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destroy() (chunk 10) — the payoff for the daemon/Event slide: set the flag, join(timeout=2) so we never hang, then i2cClose() to close the ADC.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block (chunk 11) — third lesson in a row with this try / except / finally block. Students should recognise it instantly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file (chunk 12) — scroll the assembled file; highlight the TWO functions that loop (loop and monitor_battery).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— point at the mixed output: proof both threads run at once. Light prints every 1 s, battery every 3 s. Use sudo for consistency across the course. Ctrl+C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 — demo 'cover the sensor' early; it's the most tangible moment. The brighter-side challenge previews line-following / light-seeking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Troubleshooting — if I2C errors appear, check raspi-config (I2C enabled) and the ADC seating. Remember the battery x3. Give Ctrl+C a second to join the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— celebrate: they've now touched every core subsystem of the car (lights, sound, motors, commands, sensors). Next: smarter, more autonomous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 (hidden) — do not present. After class: post the recap, log absent students in the Discord #attendance channel. Before next class confirm I2C is enabled on each Pi and charge the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icodeacademy.com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982200" y="6267450"/>
            <a:ext cx="14478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