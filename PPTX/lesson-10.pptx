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— ~1 min. Congratulate the group for reaching the final session. Site: https://aicodeacademy.com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— reassure nervous students. Set the supportive, quiet-audience expectation before the first presenter. If anyone needs a little more build time, offer it now if it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guidelines — keep this slide up during presentations as the rubric. Gently prompt presenters through the four points if they freeze. Encourage a live demo when the project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— celebrate everyone. They built real robotics and real code across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Course thank-you — thank students; certificates go out after class. Ask for a review. Final Meeting Announcement: https://aicode-coach-resources.notion.site/Final-Meeting-Announcement-9ff5b8cc4d9b4d8ba2691eb52f1b023e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 (hidden) — do not present. Final Meeting Announcement: https://aicode-coach-resources.notion.site/Final-Meeting-Announcement-9ff5b8cc4d9b4d8ba2691eb52f1b023e | Certificates: https://scg.aicode101.com/ | Post winners (class name, meeting time, names) in the Discord #final-project-winners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icodeacademy.com/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aicode-coach-resources.notion.site/Final-Meeting-Announcement-9ff5b8cc4d9b4d8ba2691eb52f1b023e" TargetMode="External"/><Relationship Id="rId4" Type="http://schemas.openxmlformats.org/officeDocument/2006/relationships/hyperlink" Target="https://scg.aicode101.com/" TargetMode="Externa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982200" y="6267450"/>
            <a:ext cx="14478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809750" y="2847975"/>
            <a:ext cx="20764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2819400" y="3543300"/>
            <a:ext cx="131445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