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— ~1 min. Today the car actually moves. Set the room up so cars can't drive off tables, and keep charging cables out of the driving area. Site: https://aicodeacademy.com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— quick verbal check before moving on: 'what does destroy() do, and why does it matter?' Reuse Lesson 1's setup -&gt; work -&gt; destroy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Goals — the real teaching goal is 'print the command', not just driving. Show the finished demo once if you can so they know the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Server &amp; client — analogy: client = the customer ordering, server = the kitchen cooking. The order ticket is the command. Today we play both roles in one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Commands are text — stress that it's JUST text. Nothing magic travels over the wire, only a string glued together with #. Asset to source: a client -&gt; command -&gt; Pi flow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wheels — have students predict which wheels reverse for a left turn BEFORE you reveal the tuple. Asset to source: top-down 4-wheel diagram labeled LF/LB/RF/RB.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Imports — point at COMMAND (all caps) vs Motor/Led (PascalCase): both come from lowercase files. car_setup must be imported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Settings — look at TURN_LEFT: left wheels negative, right wheels positive — that's the turning trick from the wheels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setup() — same None -&gt; setup() pattern as Lesson 1. Reinforce the habit. cmd = COMMAND() just holds the command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format_command — this is the conceptual heart of the lesson. Walk through one example by hand: name first, then each value as text, joined with #.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drive() — tie the printed 'Sending: CMD_MOTOR#...' line directly to the wheels turning. Message -&gt;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test_buzzer() — common bug: buzzer.run(1) (int) instead of buzzer.run("1") (string). Call it out. Asset to source: close-up photo of the buzzer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test_leds() — callback to Lesson 1: they already know ledIndex(which, r, g, b). Confidence boost.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loop() — ask why drive(STOP, 1) matters: you don't want the car rolling during the beep and LED flash.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destroy() — stopping the motors here is a safety must. A crashed program should never leave wheels spinning. Guard each part with 'is not None'.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block — same safe pattern as Lesson 1. 'finally' guarantees destroy() runs no matter how the program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Whole file — scroll the assembled file. Point out it's the same skeleton as Lesson 1 plus the command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it — ENFORCE wheels-off-the-ground before anyone runs. Then allow a supervised wheels-down run on the floor. sudo is needed because the motors and LED strip need hardware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yourself — the 'drive a square' challenge is great for fast finishers; tuning the turn timing teaches a 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Troubleshooting — low battery is the usual culprit for weak or uneven motors. Have charged spares ready. Check casing / car_setup-first for import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— tease Lesson 3: 'the car will watch its own battery while doing something else at the same time' (ADC + multithreading).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COACH (hidden) — do not present. After class: post the recap, log absent students in the Discord #attendance channel, and charge the cars for Lesson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icodeacademy.com/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982200" y="6267450"/>
            <a:ext cx="14478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